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災害種類と年次トレンドによる被害死者数の予測（対数）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氏名：&lt;氏名を入れてください&gt;  学籍番号：&lt;学籍番号を入れてください&gt;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設定したシナリオ／問題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将来の災害被害（死者数）を簡易に推定し、防災資源配分の優先順位付けに活かす。</a:t>
            </a:r>
          </a:p>
          <a:p>
            <a:r>
              <a:t>対象は EM-DAT データに基づく歴史的災害記録。推定は最小二乗法（OLS）で実施。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分析モデルとデータ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データ出典: emdat.csv (EM-DAT)</a:t>
            </a:r>
          </a:p>
          <a:p>
            <a:r>
              <a:t>目的変数: log(Total Deaths + 1)</a:t>
            </a:r>
          </a:p>
          <a:p>
            <a:r>
              <a:t>説明変数: Start_Year, Disaster_Subgroup (頻度の少ないものは Other に統合)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推定結果（要約）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Adj. R-squared: 0.178</a:t>
            </a:r>
          </a:p>
          <a:p>
            <a:r>
              <a:t>Intercept: coef = 71.6111, p = 0.000e+00</a:t>
            </a:r>
          </a:p>
          <a:p>
            <a:r>
              <a:t>C(Disaster_Subgroup2)[T.Climatological]: coef = -0.8532, p = 3.416e-16</a:t>
            </a:r>
          </a:p>
          <a:p>
            <a:r>
              <a:t>C(Disaster_Subgroup2)[T.Geophysical]: coef = -1.0955, p = 3.943e-62</a:t>
            </a:r>
          </a:p>
          <a:p>
            <a:r>
              <a:t>C(Disaster_Subgroup2)[T.Hydrological]: coef = -0.8604, p = 3.362e-62</a:t>
            </a:r>
          </a:p>
          <a:p>
            <a:r>
              <a:t>C(Disaster_Subgroup2)[T.Meteorological]: coef = -1.0442, p = 1.578e-86</a:t>
            </a:r>
          </a:p>
          <a:p>
            <a:r>
              <a:t>Start_Year: coef = -0.0338, p = 0.000e+00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推定結果の説明と考察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・Start_Year の負の係数は年次で（対数）死者数が減少傾向にあることを示唆。</a:t>
            </a:r>
          </a:p>
          <a:p>
            <a:r>
              <a:t>・各災害分類の係数は基準カテゴリ(Other)に比べた相対値（対数）を示す。</a:t>
            </a:r>
          </a:p>
          <a:p>
            <a:r>
              <a:t>・Adj. R² が低く、人口曝露や経済指標、災害強度などの追加変数が必要。</a:t>
            </a:r>
          </a:p>
          <a:p>
            <a:r>
              <a:t>・モデルの限界: 欠損・外れ値、国別差異、適切な分布(カウントモデル)の検討が必要。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付録・ファイル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詳細な推定結果はワークスペース内の以下ファイルを参照してください。</a:t>
            </a:r>
          </a:p>
          <a:p>
            <a:r>
              <a:t>emdat_regression_summary.txt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